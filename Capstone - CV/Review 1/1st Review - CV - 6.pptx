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6" r:id="rId4"/>
    <p:sldId id="259" r:id="rId5"/>
    <p:sldId id="260" r:id="rId6"/>
    <p:sldId id="261" r:id="rId7"/>
    <p:sldId id="258" r:id="rId8"/>
    <p:sldId id="262" r:id="rId9"/>
    <p:sldId id="268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B3394-A5D0-4C9D-A4AD-9194EA10038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166814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Oral Lesion Classification Using Computer Vision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1020" y="1668145"/>
            <a:ext cx="3464560" cy="3068320"/>
          </a:xfrm>
        </p:spPr>
        <p:txBody>
          <a:bodyPr>
            <a:normAutofit fontScale="25000" lnSpcReduction="20000"/>
          </a:bodyPr>
          <a:lstStyle/>
          <a:p>
            <a:pPr algn="r"/>
            <a:endParaRPr lang="en-US" altLang="en-IN" dirty="0"/>
          </a:p>
          <a:p>
            <a:pPr algn="r"/>
            <a:endParaRPr lang="en-US" altLang="en-IN" dirty="0"/>
          </a:p>
          <a:p>
            <a:pPr algn="l"/>
            <a:endParaRPr lang="en-US" altLang="en-IN" dirty="0"/>
          </a:p>
          <a:p>
            <a:pPr algn="r"/>
            <a:r>
              <a:rPr lang="en-US" alt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Student</a:t>
            </a:r>
            <a:r>
              <a:rPr lang="en-US" alt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alt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T. VarunTej - (192511217)                                </a:t>
            </a:r>
          </a:p>
          <a:p>
            <a:pPr algn="l"/>
            <a:r>
              <a:rPr lang="en-US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Sri Arunachalam S - (192412675)</a:t>
            </a:r>
          </a:p>
          <a:p>
            <a:pPr algn="l"/>
            <a:r>
              <a:rPr lang="en-US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Pradeep S - (192521024)                                                  </a:t>
            </a:r>
          </a:p>
          <a:p>
            <a:pPr algn="l"/>
            <a:r>
              <a:rPr lang="en-US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L Sanjaykumar - (1925260168)</a:t>
            </a:r>
          </a:p>
          <a:p>
            <a:pPr algn="l"/>
            <a:r>
              <a:rPr lang="en-US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K.kalyan - (192525103)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080" y="38022"/>
            <a:ext cx="989612" cy="9812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" y="0"/>
            <a:ext cx="989612" cy="808309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55905" y="241236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Guide: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Dr. R. C. Jeni Gracia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856865" y="1565910"/>
            <a:ext cx="363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ITA0502 - 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2414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8C00"/>
                </a:solidFill>
              </a:rPr>
              <a:t>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59" y="1048043"/>
            <a:ext cx="8623495" cy="37068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8C00"/>
                </a:solidFill>
              </a:rPr>
              <a:t>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14300"/>
            <a:ext cx="8680704" cy="464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Aft>
                <a:spcPts val="800"/>
              </a:spcAft>
              <a:buSzPct val="100000"/>
            </a:pPr>
            <a:r>
              <a:rPr lang="en-US" sz="2800" b="1" dirty="0">
                <a:solidFill>
                  <a:srgbClr val="0B2027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lesions are abnormalities in the mouth that may appear on the tongue, gums, cheeks, or other oral tissues.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examination of oral lesions can be challenging and may require expert evaluation.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techniques help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oral images and identify important visual patterns.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can classify oral lesion images based on their learned features.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aims to support preliminary screening and assist healthcare professionals in oral lesion assessment</a:t>
            </a:r>
            <a:r>
              <a:rPr lang="en-IN" sz="1600" dirty="0"/>
              <a:t>.</a:t>
            </a:r>
          </a:p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95422" y="2286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12874"/>
            <a:ext cx="8503920" cy="37420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examination of oral lesions can be time-consuming and dependent on clinical expertise.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differences between some oral lesions can make preliminary assessment challenging.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large numbers of oral images manually requires significant time and effort.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is needed to analyse oral images and identify relevant lesion patterns.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deep learning-based system is proposed to support oral lesion classification and preliminary screening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-20116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32004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274320" y="86868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928468"/>
            <a:ext cx="8503920" cy="35520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computer vision system for analysing oral lesion images.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images and improve their quality for further analysis.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lesion regions and extract important visual features.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oral lesion images using deep learning techniques.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screening results and reports to support healthcare professionals.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5262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2455" y="415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4592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500" dirty="0">
                <a:solidFill>
                  <a:srgbClr val="1B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39" y="621792"/>
            <a:ext cx="6580112" cy="4025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2708" y="200075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-2114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4592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09" y="510971"/>
            <a:ext cx="7828671" cy="450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7315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Vision-Based Industrial Quality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81354" y="246185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4911" y="1221251"/>
            <a:ext cx="5528603" cy="18595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spcAft>
                <a:spcPts val="800"/>
              </a:spcAft>
              <a:buSzPct val="100000"/>
              <a:buFont typeface="+mj-lt"/>
              <a:buAutoNum type="romanU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Image Acquisition &amp; Preprocessing</a:t>
            </a:r>
          </a:p>
          <a:p>
            <a:pPr marL="400050" indent="-400050">
              <a:spcAft>
                <a:spcPts val="800"/>
              </a:spcAft>
              <a:buSzPct val="100000"/>
              <a:buFont typeface="+mj-lt"/>
              <a:buAutoNum type="romanU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Image Segmentation</a:t>
            </a:r>
          </a:p>
          <a:p>
            <a:pPr marL="400050" indent="-400050">
              <a:spcAft>
                <a:spcPts val="800"/>
              </a:spcAft>
              <a:buSzPct val="100000"/>
              <a:buFont typeface="+mj-lt"/>
              <a:buAutoNum type="romanU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Feature Extraction</a:t>
            </a:r>
          </a:p>
          <a:p>
            <a:pPr marL="400050" indent="-400050">
              <a:spcAft>
                <a:spcPts val="800"/>
              </a:spcAft>
              <a:buSzPct val="100000"/>
              <a:buFont typeface="+mj-lt"/>
              <a:buAutoNum type="romanU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Lesion Classification</a:t>
            </a:r>
          </a:p>
          <a:p>
            <a:pPr marL="400050" indent="-400050">
              <a:spcAft>
                <a:spcPts val="800"/>
              </a:spcAft>
              <a:buSzPct val="100000"/>
              <a:buFont typeface="+mj-lt"/>
              <a:buAutoNum type="romanU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Screening Result &amp; Report Generation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9006" y="1882929"/>
            <a:ext cx="39459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Bodoni MT Black" panose="02070A03080606020203" pitchFamily="18" charset="0"/>
              </a:rPr>
              <a:t>THANK YOU</a:t>
            </a:r>
            <a:endParaRPr lang="en-IN" sz="4400" dirty="0">
              <a:latin typeface="Bodoni MT Black" panose="02070A030806060202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390</Words>
  <Application>Microsoft Office PowerPoint</Application>
  <PresentationFormat>On-screen Show (16:9)</PresentationFormat>
  <Paragraphs>75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Bodoni MT Black</vt:lpstr>
      <vt:lpstr>Times New Roman</vt:lpstr>
      <vt:lpstr>Wingdings</vt:lpstr>
      <vt:lpstr>Office Theme</vt:lpstr>
      <vt:lpstr>Deep Learning-Based Oral Lesion Classification Using Computer 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Varun Tej</cp:lastModifiedBy>
  <cp:revision>13</cp:revision>
  <dcterms:created xsi:type="dcterms:W3CDTF">2026-10-05T15:26:00Z</dcterms:created>
  <dcterms:modified xsi:type="dcterms:W3CDTF">2026-10-14T04:52:36Z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A8DCA495979F4749BFDD558F9F5A00EF_12</vt:lpwstr>
  </property>
</Properties>
</file>